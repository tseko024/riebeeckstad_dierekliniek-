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wY9Z1cAvOy_1QSWmCmXRsKA_Dw9jqXqA/view?usp=sharing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gNzSsPDkSKZodsdLiFaK1ueex8D_RC2r/view?usp=drive_link" TargetMode="External"/><Relationship Id="rId2" Type="http://schemas.openxmlformats.org/officeDocument/2006/relationships/hyperlink" Target="https://drive.google.com/file/d/1wBS9P0cflFIfbxg3DXmpL680Jk-80DZv/view?usp=sharin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rive.google.com/file/d/1gNzSsPDkSKZodsdLiFaK1ueex8D_RC2r/view?usp=drive_link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supabase.com/dashboard/project/qgzrolkkggcmfxoycadj/database/schemas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gma.com/design/jP4MefpntE53Wr4prUKgd7/ASP.NET?node-id=47-2&amp;m=dev&amp;t=VwckEj7K93yhxsmO-1" TargetMode="External"/><Relationship Id="rId3" Type="http://schemas.openxmlformats.org/officeDocument/2006/relationships/hyperlink" Target="https://drive.google.com/file/d/1wY9Z1cAvOy_1QSWmCmXRsKA_Dw9jqXqA/view?usp=sharing" TargetMode="External"/><Relationship Id="rId7" Type="http://schemas.openxmlformats.org/officeDocument/2006/relationships/hyperlink" Target="https://www.figma.com/design/lNBlaus1u17yPdTWfaloDe/Flutter-Mobile-Application?node-id=0-1&amp;t=VwckEj7K93yhxsmO-1" TargetMode="External"/><Relationship Id="rId2" Type="http://schemas.openxmlformats.org/officeDocument/2006/relationships/hyperlink" Target="https://drive.google.com/file/d/1LEWTZiz6sWylR_XslPZo1JKkwtjRFu-E/view?usp=shari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upabase.com/dashboard/project/qgzrolkkggcmfxoycadj/database/schemas" TargetMode="External"/><Relationship Id="rId5" Type="http://schemas.openxmlformats.org/officeDocument/2006/relationships/hyperlink" Target="https://drive.google.com/file/d/1gNzSsPDkSKZodsdLiFaK1ueex8D_RC2r/view?usp=drive_link" TargetMode="External"/><Relationship Id="rId4" Type="http://schemas.openxmlformats.org/officeDocument/2006/relationships/hyperlink" Target="https://drive.google.com/file/d/1wBS9P0cflFIfbxg3DXmpL680Jk-80DZv/view?usp=sharin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3657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012B50"/>
                </a:solidFill>
                <a:latin typeface="Aptos"/>
              </a:defRPr>
            </a:pPr>
            <a:r>
              <a:t>RIEBEECKSTAD</a:t>
            </a:r>
            <a:br/>
            <a:r>
              <a:t>DIEREKLINIEK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7080F"/>
                </a:solidFill>
                <a:latin typeface="Aptos"/>
              </a:defRPr>
            </a:pPr>
            <a:r>
              <a:t>Booking &amp; Client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2588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7080F"/>
                </a:solidFill>
                <a:latin typeface="Aptos"/>
              </a:defRPr>
            </a:pPr>
            <a:r>
              <a:t>PHASE 2: SYSTEM ARCHITECTURE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201168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12B50"/>
                </a:solidFill>
                <a:latin typeface="Aptos"/>
              </a:defRPr>
            </a:pPr>
            <a:r>
              <a:t>ITC327W — Work-Integrated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43B53"/>
                </a:solidFill>
                <a:latin typeface="Aptos"/>
              </a:defRPr>
            </a:pPr>
            <a:r>
              <a:t>Central University of Technology, Free State</a:t>
            </a:r>
            <a:br/>
            <a:r>
              <a:t>Diploma in Information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840480"/>
            <a:ext cx="6583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39776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12B50"/>
                </a:solidFill>
                <a:latin typeface="Aptos"/>
              </a:defRPr>
            </a:pPr>
            <a:r>
              <a:t>Group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407408"/>
            <a:ext cx="62179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t>NP Maluke • AT Rantoa • DM Skitla • SP Mokoena</a:t>
            </a:r>
            <a:br/>
            <a:r>
              <a:t>O Maseko • TD Mokoena • KD Hlokoane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28016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12B50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4937759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t>The clinic relies on telephone bookings, Microvet and a paper planner. This can create scheduling problems and limited symptom information before a pet arrives.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97080F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09928"/>
            <a:ext cx="4937759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t>A Flutter application for pet owners + an ASP.NET web application for clinic staff + a shared Supabase backend.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6858" y="404902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12B50"/>
                </a:solidFill>
                <a:latin typeface="Aptos"/>
              </a:defRPr>
            </a:pPr>
            <a:r>
              <a:rPr dirty="0"/>
              <a:t>Main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8407" y="4571115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43B53"/>
                </a:solidFill>
                <a:latin typeface="Aptos"/>
              </a:defRPr>
            </a:pPr>
            <a:r>
              <a:rPr dirty="0"/>
              <a:t>Online appointment booking</a:t>
            </a:r>
          </a:p>
          <a:p>
            <a:pPr>
              <a:spcAft>
                <a:spcPts val="900"/>
              </a:spcAft>
              <a:defRPr sz="1600">
                <a:solidFill>
                  <a:srgbClr val="243B53"/>
                </a:solidFill>
                <a:latin typeface="Aptos"/>
              </a:defRPr>
            </a:pPr>
            <a:r>
              <a:rPr dirty="0"/>
              <a:t>Capture client, pet and symptom information</a:t>
            </a:r>
          </a:p>
          <a:p>
            <a:pPr>
              <a:spcAft>
                <a:spcPts val="900"/>
              </a:spcAft>
              <a:defRPr sz="1600">
                <a:solidFill>
                  <a:srgbClr val="243B53"/>
                </a:solidFill>
                <a:latin typeface="Aptos"/>
              </a:defRPr>
            </a:pPr>
            <a:r>
              <a:rPr dirty="0"/>
              <a:t>Staff appointment management</a:t>
            </a:r>
          </a:p>
          <a:p>
            <a:pPr>
              <a:spcAft>
                <a:spcPts val="900"/>
              </a:spcAft>
              <a:defRPr sz="1600">
                <a:solidFill>
                  <a:srgbClr val="243B53"/>
                </a:solidFill>
                <a:latin typeface="Aptos"/>
              </a:defRPr>
            </a:pPr>
            <a:r>
              <a:rPr dirty="0"/>
              <a:t>Shared information between both applications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2. Approved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029146"/>
              </p:ext>
            </p:extLst>
          </p:nvPr>
        </p:nvGraphicFramePr>
        <p:xfrm>
          <a:off x="685800" y="1143000"/>
          <a:ext cx="10789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Requirements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FR1–FR2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Registration/login and appointment booking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FR3–FR5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Pet details, symptoms/reason and client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FR6–FR7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Staff login and appointment viewing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FR8–FR10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Manage bookings, history and role restrictions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t>FR11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3B53"/>
                          </a:solidFill>
                        </a:defRPr>
                      </a:pPr>
                      <a:r>
                        <a:rPr dirty="0"/>
                        <a:t>Shared </a:t>
                      </a:r>
                      <a:r>
                        <a:rPr dirty="0" err="1"/>
                        <a:t>Supabase</a:t>
                      </a:r>
                      <a:r>
                        <a:rPr dirty="0"/>
                        <a:t> backend</a:t>
                      </a:r>
                      <a:r>
                        <a:rPr lang="en-ZA" dirty="0"/>
                        <a:t> </a:t>
                      </a:r>
                      <a:endParaRPr dirty="0"/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 System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BAA6E3D-C4F2-F0F9-D67C-063204A1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822959"/>
            <a:ext cx="12192000" cy="5715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4. Use Case Diagram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25880"/>
            <a:ext cx="29260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19" y="1463039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12B50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1892807"/>
            <a:ext cx="2560320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t>Mention:</a:t>
            </a:r>
            <a:br/>
            <a:r>
              <a:t>• system boundary</a:t>
            </a:r>
            <a:br/>
            <a:r>
              <a:t>• actors</a:t>
            </a:r>
            <a:br/>
            <a:r>
              <a:t>• main use cases</a:t>
            </a:r>
            <a:br/>
            <a:r>
              <a:t>• associations</a:t>
            </a:r>
            <a:br/>
            <a:r>
              <a:t>• include/extend where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343400"/>
            <a:ext cx="292608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dirty="0"/>
              <a:t>Source link:</a:t>
            </a:r>
            <a:br>
              <a:rPr dirty="0"/>
            </a:br>
            <a:r>
              <a:rPr lang="en-ZA" sz="1300" b="1" u="sng" dirty="0">
                <a:solidFill>
                  <a:srgbClr val="97080F"/>
                </a:solidFill>
                <a:latin typeface="Aptos"/>
                <a:hlinkClick r:id="rId2"/>
              </a:rPr>
              <a:t>https://drive.google.com/file/d/1wY9Z1cAvOy_1QSWmCmXRsKA_Dw9jqXqA/view?usp=sharing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C6BB8D-401B-7FB7-2E84-782DF6981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37" y="953729"/>
            <a:ext cx="7547107" cy="5034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5. Sequence Diagram 1 — Flutter + Supabase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25880"/>
            <a:ext cx="29260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19" y="1463039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0698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1892807"/>
            <a:ext cx="2560320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t>Example process:</a:t>
            </a:r>
            <a:br/>
            <a:r>
              <a:t>Pet Owner → Flutter → Supabase → Appointment record →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343400"/>
            <a:ext cx="2926080" cy="1892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dirty="0"/>
              <a:t>Source link:</a:t>
            </a:r>
            <a:endParaRPr lang="en-US" dirty="0"/>
          </a:p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lang="en-ZA" sz="1300" b="1" u="sng" dirty="0">
                <a:solidFill>
                  <a:srgbClr val="97080F"/>
                </a:solidFill>
                <a:latin typeface="Aptos"/>
                <a:hlinkClick r:id="rId2"/>
              </a:rPr>
              <a:t>https://drive.google.com/file/d/1wBS9P0cflFIfbxg3DXmpL680Jk-80DZv/view?usp=sharing</a:t>
            </a:r>
            <a:br>
              <a:rPr lang="en-ZA" sz="1300" b="1" dirty="0">
                <a:solidFill>
                  <a:srgbClr val="97080F"/>
                </a:solidFill>
                <a:latin typeface="Aptos"/>
              </a:rPr>
            </a:br>
            <a:endParaRPr lang="en-ZA" sz="1300" b="1" dirty="0">
              <a:solidFill>
                <a:srgbClr val="97080F"/>
              </a:solidFill>
              <a:latin typeface="Aptos"/>
            </a:endParaRPr>
          </a:p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lang="en-ZA" sz="1300" b="1" u="sng" dirty="0">
                <a:solidFill>
                  <a:srgbClr val="97080F"/>
                </a:solidFill>
                <a:latin typeface="Aptos"/>
                <a:hlinkClick r:id="rId3"/>
              </a:rPr>
              <a:t>https://drive.google.com/file/d/1gNzSsPDkSKZodsdLiFaK1ueex8D_RC2r/view?usp=drive_link</a:t>
            </a:r>
            <a:br>
              <a:rPr dirty="0"/>
            </a:b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7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44139C-BB52-08EB-C758-7ED53F4BB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31" y="685800"/>
            <a:ext cx="4516098" cy="56613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6. Sequence Diagram 2 — ASP.NET + Supabase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25880"/>
            <a:ext cx="29260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19" y="1463039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0698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1892807"/>
            <a:ext cx="2560320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t>Example process:</a:t>
            </a:r>
            <a:br/>
            <a:r>
              <a:t>Staff → ASP.NET → Supabase → appointment data → updated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343400"/>
            <a:ext cx="292608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dirty="0"/>
              <a:t>Source link:</a:t>
            </a:r>
            <a:br>
              <a:rPr dirty="0"/>
            </a:br>
            <a:r>
              <a:rPr lang="en-ZA" sz="1300" b="1" u="sng" dirty="0">
                <a:solidFill>
                  <a:srgbClr val="97080F"/>
                </a:solidFill>
                <a:latin typeface="Aptos"/>
                <a:hlinkClick r:id="rId2"/>
              </a:rPr>
              <a:t>https://drive.google.com/file/d/1gNzSsPDkSKZodsdLiFaK1ueex8D_RC2r/view?usp=drive_link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8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FC4937-B762-D8D1-4E53-D4D924609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949" y="764540"/>
            <a:ext cx="591906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7. ERD &amp; Database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143000"/>
            <a:ext cx="2926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19" y="1709928"/>
            <a:ext cx="2560320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t>• Entities / tables</a:t>
            </a:r>
            <a:br/>
            <a:r>
              <a:t>• Important fields</a:t>
            </a:r>
            <a:br/>
            <a:r>
              <a:t>• Primary keys</a:t>
            </a:r>
            <a:br/>
            <a:r>
              <a:t>• Foreign keys</a:t>
            </a:r>
            <a:br/>
            <a:r>
              <a:t>• Relationships</a:t>
            </a:r>
            <a:br/>
            <a:r>
              <a:t>• Cardinality</a:t>
            </a:r>
            <a:br/>
            <a:r>
              <a:t>• Alignment with the interfaces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663440"/>
            <a:ext cx="2926080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dirty="0"/>
              <a:t>Source link:</a:t>
            </a:r>
            <a:br>
              <a:rPr dirty="0"/>
            </a:br>
            <a:r>
              <a:rPr lang="en-US" dirty="0">
                <a:hlinkClick r:id="rId2"/>
              </a:rPr>
              <a:t>https://supabase.com/dashboard/project/qgzrolkkggcmfxoycadj/database/schemas</a:t>
            </a:r>
            <a:endParaRPr lang="en-US" dirty="0"/>
          </a:p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63AA14-98D5-675D-6B9A-A09069ADC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1051"/>
            <a:ext cx="7467599" cy="4575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8. Flutter Interface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7680960" cy="5166360"/>
          </a:xfrm>
          <a:prstGeom prst="roundRect">
            <a:avLst/>
          </a:prstGeom>
          <a:solidFill>
            <a:srgbClr val="F1F6FA"/>
          </a:solidFill>
          <a:ln>
            <a:solidFill>
              <a:srgbClr val="506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0" y="1143000"/>
            <a:ext cx="29718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28016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12B50"/>
                </a:solidFill>
                <a:latin typeface="Aptos"/>
              </a:defRPr>
            </a:pPr>
            <a:r>
              <a:t>Main client screens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09928"/>
            <a:ext cx="260604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rPr dirty="0"/>
              <a:t>Welcome </a:t>
            </a:r>
            <a:r>
              <a:rPr lang="en-US" dirty="0"/>
              <a:t>screen</a:t>
            </a:r>
            <a:br>
              <a:rPr dirty="0"/>
            </a:br>
            <a:r>
              <a:rPr dirty="0"/>
              <a:t>Register</a:t>
            </a:r>
            <a:endParaRPr lang="en-US" dirty="0"/>
          </a:p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rPr lang="en-US" dirty="0"/>
              <a:t>Log in screen</a:t>
            </a:r>
            <a:br>
              <a:rPr dirty="0"/>
            </a:br>
            <a:r>
              <a:rPr dirty="0"/>
              <a:t>Dashboard</a:t>
            </a:r>
            <a:br>
              <a:rPr dirty="0"/>
            </a:br>
            <a:r>
              <a:rPr dirty="0"/>
              <a:t>Book Appointment</a:t>
            </a:r>
            <a:br>
              <a:rPr dirty="0"/>
            </a:br>
            <a:r>
              <a:rPr dirty="0"/>
              <a:t>My Appointments</a:t>
            </a:r>
            <a:endParaRPr lang="en-US" dirty="0"/>
          </a:p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rPr lang="en-US" dirty="0"/>
              <a:t>Pet Care Tips</a:t>
            </a:r>
            <a:br>
              <a:rPr dirty="0"/>
            </a:br>
            <a:r>
              <a:rPr lang="en-US" dirty="0"/>
              <a:t>Contacts Screen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503920" y="4800600"/>
            <a:ext cx="2971800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endParaRPr lang="en-US" dirty="0"/>
          </a:p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endParaRPr lang="en-US" dirty="0"/>
          </a:p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lang="en-US" dirty="0"/>
              <a:t>https://www.figma.com/design/lNBlaus1u17yPdTWfaloDe/Flutter-Mobile-Application?node-id=0-1&amp;t=VwckEj7K93yhxsmO-1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10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1E23F5-6158-4B2E-928D-4512BAA51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04" y="1280160"/>
            <a:ext cx="6423624" cy="25283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39A5E7-B2D5-5FCF-23F5-FF6A3308D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203" y="3755364"/>
            <a:ext cx="6423625" cy="2462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9. ASP.NET Web Interface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143000"/>
            <a:ext cx="29718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28016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0698F"/>
                </a:solidFill>
                <a:latin typeface="Aptos"/>
              </a:defRPr>
            </a:pPr>
            <a:r>
              <a:t>Main staff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09928"/>
            <a:ext cx="260604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rPr lang="en-US" dirty="0"/>
              <a:t>Home Screen</a:t>
            </a:r>
          </a:p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rPr lang="en-US" dirty="0"/>
              <a:t>Registration Screen</a:t>
            </a:r>
          </a:p>
          <a:p>
            <a:pPr algn="l">
              <a:defRPr sz="1350" b="0">
                <a:solidFill>
                  <a:srgbClr val="243B53"/>
                </a:solidFill>
                <a:latin typeface="Aptos"/>
              </a:defRPr>
            </a:pPr>
            <a:r>
              <a:rPr lang="en-US" dirty="0"/>
              <a:t>Logun Screen</a:t>
            </a:r>
            <a:br>
              <a:rPr dirty="0"/>
            </a:br>
            <a:r>
              <a:rPr lang="en-US" dirty="0"/>
              <a:t>Admin </a:t>
            </a:r>
            <a:r>
              <a:rPr dirty="0"/>
              <a:t>Dashboard</a:t>
            </a:r>
            <a:br>
              <a:rPr dirty="0"/>
            </a:br>
            <a:r>
              <a:rPr lang="en-US" dirty="0"/>
              <a:t>Manage Booking</a:t>
            </a:r>
            <a:br>
              <a:rPr dirty="0"/>
            </a:br>
            <a:r>
              <a:rPr dirty="0"/>
              <a:t>Clients</a:t>
            </a:r>
            <a:r>
              <a:rPr lang="en-US" dirty="0"/>
              <a:t>/Pets</a:t>
            </a:r>
            <a:br>
              <a:rPr dirty="0"/>
            </a:br>
            <a:r>
              <a:rPr dirty="0"/>
              <a:t>Treatment Records</a:t>
            </a:r>
            <a:br>
              <a:rPr dirty="0"/>
            </a:br>
            <a:r>
              <a:rPr lang="en-US" dirty="0"/>
              <a:t>Pet History Screen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503920" y="4800600"/>
            <a:ext cx="29718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dirty="0"/>
              <a:t>Design link:</a:t>
            </a:r>
            <a:endParaRPr lang="en-US" dirty="0"/>
          </a:p>
          <a:p>
            <a:pPr algn="ctr">
              <a:defRPr sz="1300" b="1">
                <a:solidFill>
                  <a:srgbClr val="97080F"/>
                </a:solidFill>
                <a:latin typeface="Aptos"/>
              </a:defRPr>
            </a:pPr>
            <a:r>
              <a:rPr lang="en-US" dirty="0"/>
              <a:t>https://www.figma.com/design/jP4MefpntE53Wr4prUKgd7/ASP.NET?node-id=47-2&amp;t=VwckEj7K93yhxsmO-1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11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BAA598-CCC6-3CE9-E55A-F6C88398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18" y="1342734"/>
            <a:ext cx="7678222" cy="41725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10. Design Alignment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05840"/>
          <a:ext cx="113842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Sequence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ERD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FR2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Book Appointment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Seq. 1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Appointments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Booking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FR3–FR4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Capture pet/symptoms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Seq.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Pets/Appointments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FR6–FR8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Staff + manage bookings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Seq. 2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Profiles/Appointments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Staff pages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FR9–FR10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History +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Seq.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Profiles/Pets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FR11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Shared backend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All shared data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B53"/>
                          </a:solidFill>
                        </a:defRPr>
                      </a:pPr>
                      <a:r>
                        <a:t>All connected screens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685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11. Microsoft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1367" y="838825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12B50"/>
                </a:solidFill>
                <a:latin typeface="Aptos"/>
              </a:defRPr>
            </a:pPr>
            <a:r>
              <a:rPr dirty="0"/>
              <a:t>Microsoft Project screenshot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13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ADA624-738E-6FC6-D027-1286C8788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101" y="1204338"/>
            <a:ext cx="8925318" cy="47735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8B2A1-5B83-BF31-4AEA-DEB188EE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1301E4-04AE-9091-B5A3-BC4D73BC1E2D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0FD3C-DC84-4D4B-94C1-D9888956351B}"/>
              </a:ext>
            </a:extLst>
          </p:cNvPr>
          <p:cNvSpPr txBox="1"/>
          <p:nvPr/>
        </p:nvSpPr>
        <p:spPr>
          <a:xfrm>
            <a:off x="502920" y="118872"/>
            <a:ext cx="39832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11. Microsoft Project</a:t>
            </a:r>
            <a:r>
              <a:rPr lang="en-US" dirty="0"/>
              <a:t> </a:t>
            </a:r>
            <a:r>
              <a:rPr lang="en-US" sz="1600" i="1" dirty="0"/>
              <a:t>(continued)</a:t>
            </a:r>
            <a:endParaRPr sz="16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E66AC-8038-D6C6-A6EC-6F43AA18474F}"/>
              </a:ext>
            </a:extLst>
          </p:cNvPr>
          <p:cNvSpPr txBox="1"/>
          <p:nvPr/>
        </p:nvSpPr>
        <p:spPr>
          <a:xfrm>
            <a:off x="4541367" y="744453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12B50"/>
                </a:solidFill>
                <a:latin typeface="Aptos"/>
              </a:defRPr>
            </a:pPr>
            <a:r>
              <a:rPr dirty="0"/>
              <a:t>Microsoft Project screenshot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697E97-4046-EDC8-7F1D-48DBACCAE1A4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77724-FCB2-797F-C01A-C9B898F5AD66}"/>
              </a:ext>
            </a:extLst>
          </p:cNvPr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13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9C36B8-C648-7D13-46AF-1AA49A3FD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41" y="1163878"/>
            <a:ext cx="8748518" cy="48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84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400"/>
            <a:ext cx="12191695" cy="658368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12. Original Design Source Links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563596"/>
              </p:ext>
            </p:extLst>
          </p:nvPr>
        </p:nvGraphicFramePr>
        <p:xfrm>
          <a:off x="822960" y="114300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Editable source</a:t>
                      </a:r>
                    </a:p>
                  </a:txBody>
                  <a:tcPr>
                    <a:solidFill>
                      <a:srgbClr val="01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rPr lang="en-US" dirty="0">
                          <a:hlinkClick r:id="rId2"/>
                        </a:rPr>
                        <a:t>https://drive.google.com/file/d/1LEWTZiz6sWylR_XslPZo1JKkwtjRFu-E/view?usp=sharing</a:t>
                      </a:r>
                      <a:endParaRPr lang="en-US" dirty="0"/>
                    </a:p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rPr lang="en-ZA" sz="1200" u="sng" kern="1200" dirty="0">
                          <a:solidFill>
                            <a:srgbClr val="243B53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https://drive.google.com/file/d/1wY9Z1cAvOy_1QSWmCmXRsKA_Dw9jqXqA/view?usp=sharing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t>Sequence 1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rPr lang="en-ZA" sz="1200" u="sng" kern="1200" dirty="0">
                          <a:solidFill>
                            <a:srgbClr val="243B53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https://drive.google.com/file/d/1wBS9P0cflFIfbxg3DXmpL680Jk-80DZv/view?usp=sharing</a:t>
                      </a:r>
                      <a:br>
                        <a:rPr lang="en-ZA" sz="1200" kern="1200" dirty="0">
                          <a:solidFill>
                            <a:srgbClr val="243B5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dirty="0"/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t>Sequence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rPr lang="en-ZA" sz="1200" u="sng" kern="1200" dirty="0">
                          <a:solidFill>
                            <a:srgbClr val="243B53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https://drive.google.com/file/d/1gNzSsPDkSKZodsdLiFaK1ueex8D_RC2r/view?usp=drive_link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t>ERD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rPr lang="en-US" dirty="0">
                          <a:hlinkClick r:id="rId6"/>
                        </a:rPr>
                        <a:t>https://supabase.com/dashboard/project/qgzrolkkggcmfxoycadj/database/schemas</a:t>
                      </a:r>
                      <a:endParaRPr dirty="0"/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t>Flutter UI / Figma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rPr lang="en-US" dirty="0">
                          <a:hlinkClick r:id="rId7"/>
                        </a:rPr>
                        <a:t>https://www.figma.com/design/lNBlaus1u17yPdTWfaloDe/Flutter-Mobile-Application?node-id=0-1&amp;t=VwckEj7K93yhxsmO-1</a:t>
                      </a:r>
                      <a:endParaRPr lang="en-US" dirty="0"/>
                    </a:p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t>ASP.NET UI / Figma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r>
                        <a:rPr lang="en-US" dirty="0">
                          <a:hlinkClick r:id="rId8"/>
                        </a:rPr>
                        <a:t>https://www.figma.com/design/jP4MefpntE53Wr4prUKgd7/ASP.NET?node-id=47-2&amp;m=dev&amp;t=VwckEj7K93yhxsmO-1</a:t>
                      </a:r>
                      <a:endParaRPr lang="en-US" dirty="0"/>
                    </a:p>
                    <a:p>
                      <a:pPr>
                        <a:defRPr sz="1200">
                          <a:solidFill>
                            <a:srgbClr val="243B53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9487" y="16230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12B50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43B53"/>
                </a:solidFill>
                <a:latin typeface="Aptos"/>
              </a:defRPr>
            </a:pPr>
            <a:r>
              <a:t>Riebeeckstad Dierekliniek</a:t>
            </a:r>
            <a:br/>
            <a:r>
              <a:t>Booking &amp; Client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1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Riebeeckstad Dierekliniek • ITC327W Phase 2 • 17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760F13-504B-BE68-5103-DDD4C8F1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385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924</Words>
  <Application>Microsoft Office PowerPoint</Application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Boisa Keabetswe</cp:lastModifiedBy>
  <cp:revision>5</cp:revision>
  <dcterms:created xsi:type="dcterms:W3CDTF">2013-01-27T09:14:16Z</dcterms:created>
  <dcterms:modified xsi:type="dcterms:W3CDTF">2026-09-25T17:11:53Z</dcterms:modified>
  <cp:category/>
</cp:coreProperties>
</file>